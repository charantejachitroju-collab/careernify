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97280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4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CareerNify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9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future with clarity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832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5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for student career exploration, skill development, interview practice and job opportunities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CareerNify  | 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CareerNify brings everything a student needs for a career journey into one web application.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use separate tools for career guidance, skill tracking, courses, interview prep and job search.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CareerNify unifies these into a single dashboard with an intelligent support system.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help students track skills, find the right career path, prepare for interviews and navigate placements.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2926080" cy="530352"/>
          </a:xfrm>
          <a:prstGeom prst="roundRect">
            <a:avLst>
              <a:gd name="adj" fmla="val 17241"/>
            </a:avLst>
          </a:prstGeom>
          <a:solidFill>
            <a:srgbClr val="E7EAFF"/>
          </a:solidFill>
          <a:ln w="9525">
            <a:solidFill>
              <a:srgbClr val="D5DAE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1887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exploration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1847088"/>
            <a:ext cx="29260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5DA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0" y="18470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development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60720" y="2505456"/>
            <a:ext cx="2926080" cy="530352"/>
          </a:xfrm>
          <a:prstGeom prst="roundRect">
            <a:avLst>
              <a:gd name="adj" fmla="val 17241"/>
            </a:avLst>
          </a:prstGeom>
          <a:solidFill>
            <a:srgbClr val="E7EAFF"/>
          </a:solidFill>
          <a:ln w="9525">
            <a:solidFill>
              <a:srgbClr val="D5DA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250545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760720" y="3163824"/>
            <a:ext cx="29260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9525">
            <a:solidFill>
              <a:srgbClr val="D5DA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0" y="316382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practice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3822192"/>
            <a:ext cx="2926080" cy="530352"/>
          </a:xfrm>
          <a:prstGeom prst="roundRect">
            <a:avLst>
              <a:gd name="adj" fmla="val 17241"/>
            </a:avLst>
          </a:prstGeom>
          <a:solidFill>
            <a:srgbClr val="E7EAFF"/>
          </a:solidFill>
          <a:ln w="9525">
            <a:solidFill>
              <a:srgbClr val="D5DAE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0" y="38221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opportunities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Users and Modules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CareerNify  | 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5DA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7373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in, take career assessments, analyse skills, follow learning paths, practise mock interviews, view job recommendations and placement drives.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D5DA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92040" y="17373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and platform content such as learning paths, jobs, placement drives and assessments.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in the sidebar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566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Intelligence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566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Analysis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931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3931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3931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Recommendations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297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Drives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4297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297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CareerNify  | 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5DA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457200" cy="64008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structure: forms, sections, semantic layout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5DA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417320"/>
            <a:ext cx="457200" cy="64008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Styling: responsive cards, sidebar, gradients, badges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5DA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417320"/>
            <a:ext cx="457200" cy="64008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554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0116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Interactivity, page logic and calls to Supabase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5DA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154680"/>
            <a:ext cx="457200" cy="64008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3291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hosted database and file storage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91840" y="2926080"/>
            <a:ext cx="256032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D5DA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3154680"/>
            <a:ext cx="457200" cy="64008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520440" y="3291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37490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queries and relationships for user data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CareerNify  | 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4F5B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94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CSS3 + JavaScript UI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651760" y="155448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0F1B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8892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194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sign in, sessions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754880" y="155448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0F1B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9204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Database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194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tables for users, skills, jobs, paths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858000" y="155448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0F1B3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9516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2194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5D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such as certificates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4290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logs in through Supabase Auth; the session decides which data and pages are available.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reads and writes data through the Supabase client, backed by SQL tables.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holds uploaded files, keeping the app serverless and simple to deploy.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1: Login Page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CareerNify  | 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" y="1161288"/>
            <a:ext cx="4901184" cy="3170266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</p:spPr>
      </p:sp>
      <p:pic>
        <p:nvPicPr>
          <p:cNvPr id="6" name="Image 0" descr="/mnt/user-data/uploads/1792395399973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846320" cy="3115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9280" y="118872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layout: CareerNify branding on the left, sign-in form on the right.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password fields with Remember me and Forgot password.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link for new account sign-up.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is handled by Supabase Auth.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2: Career Intelligence and Skill Analysis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CareerNify  | 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" y="1115568"/>
            <a:ext cx="3986784" cy="25824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</p:spPr>
      </p:sp>
      <p:pic>
        <p:nvPicPr>
          <p:cNvPr id="6" name="Image 0" descr="/mnt/user-data/uploads/1792395399975_fil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3931920" cy="25275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36008" y="1115568"/>
            <a:ext cx="3986784" cy="25824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</p:spPr>
      </p:sp>
      <p:pic>
        <p:nvPicPr>
          <p:cNvPr id="8" name="Image 1" descr="/mnt/user-data/uploads/1792395399976_file-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3931920" cy="252759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749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match 85%, 3 skill gaps, recommended role Full-Stack.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matches: Full-Stack Developer 92%, Data Analyst 81%.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interests, strengths and next steps.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3749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82%, 4 skill gaps, target level Advanced.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bars: JavaScript 88%, HTML/CSS 91%, SQL 67%, API Design 52%.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skills show where to focus next.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3: Learning Paths and Job Recommendations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CareerNify  | 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" y="1115568"/>
            <a:ext cx="3986784" cy="25824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</p:spPr>
      </p:sp>
      <p:pic>
        <p:nvPicPr>
          <p:cNvPr id="6" name="Image 0" descr="/mnt/user-data/uploads/1792395399974_fil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3931920" cy="252759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36008" y="1115568"/>
            <a:ext cx="3986784" cy="258245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8"/>
            </a:solidFill>
            <a:prstDash val="solid"/>
          </a:ln>
        </p:spPr>
      </p:sp>
      <p:pic>
        <p:nvPicPr>
          <p:cNvPr id="8" name="Image 1" descr="/mnt/user-data/uploads/1792395399975_file-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3931920" cy="252759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3749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paths: Frontend Foundations (12 h, in progress), Backend Basics (10 h), Data Structures Practice (8 h, completed).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Continue, Start and Review buttons track status.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37490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matched to the profile: Junior Frontend Engineer 89%, Data Analyst Intern 79%.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Location, salary range and skill tags with Apply and Save.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5B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Future Scope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CareerNify  |  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CareerNify combines guidance, skill tracking, learning, interview practice and jobs in one place.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HTML5, CSS3, JavaScript, Supabase and SQL.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students clear direction and a measurable path to placement.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for placement tracking.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mock interview feedback.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verification and sharing.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and notifications.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CareerNify</dc:title>
  <dc:subject>PptxGenJS Presentation</dc:subject>
  <dc:creator>PptxGenJS</dc:creator>
  <cp:lastModifiedBy>PptxGenJS</cp:lastModifiedBy>
  <cp:revision>1</cp:revision>
  <dcterms:created xsi:type="dcterms:W3CDTF">2026-10-19T07:37:40Z</dcterms:created>
  <dcterms:modified xsi:type="dcterms:W3CDTF">2026-10-19T07:37:40Z</dcterms:modified>
</cp:coreProperties>
</file>